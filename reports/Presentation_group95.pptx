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8140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-production-ffbc.up.railway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eb-production-ffbc.up.railway.app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iralpawar77/multi-agent-ai-system-for-academic-assistanc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eb-production-ffbc.up.railway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1280160"/>
          </a:xfrm>
          <a:prstGeom prst="rect">
            <a:avLst/>
          </a:prstGeom>
          <a:solidFill>
            <a:srgbClr val="4E89AE"/>
          </a:solidFill>
          <a:ln w="12700">
            <a:solidFill>
              <a:srgbClr val="4E89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1031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Multi-Agent AI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26060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CE4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Academic Assistance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36576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88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Internship Project 19 — U2U Internship Program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" y="41148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95  |  July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4E89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Live:</a:t>
            </a:r>
            <a:r>
              <a:rPr lang="en-IN" sz="1400" dirty="0">
                <a:hlinkClick r:id="rId3"/>
              </a:rPr>
              <a:t> Multi-Agent AI Academic Assistant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A1A1A"/>
          </a:solidFill>
          <a:ln w="12700">
            <a:solidFill>
              <a:srgbClr val="4E89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743200" cy="502920"/>
          </a:xfrm>
          <a:prstGeom prst="rect">
            <a:avLst/>
          </a:prstGeom>
          <a:solidFill>
            <a:srgbClr val="4E89AE"/>
          </a:solidFill>
          <a:ln w="12700">
            <a:solidFill>
              <a:srgbClr val="4E89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241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web-based AI chat assistant that helps students with academic questions, essays, and research.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A1A1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005840"/>
            <a:ext cx="274320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0241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16459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type questions in a chat interface. Flask sends them to Groq AI and returns formatted answers.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00584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1A1A1A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005840"/>
            <a:ext cx="2743200" cy="502920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0241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it helps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16459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who need help with writing, studying, research, and understanding academic topics.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1097280"/>
            <a:ext cx="6400800" cy="731520"/>
          </a:xfrm>
          <a:prstGeom prst="rect">
            <a:avLst/>
          </a:prstGeom>
          <a:solidFill>
            <a:srgbClr val="4E89AE"/>
          </a:solidFill>
          <a:ln w="12700">
            <a:solidFill>
              <a:srgbClr val="4E89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63040" y="1143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LAYER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566160" y="1143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/ CSS / JavaScript  —  Chat Interface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29768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55555"/>
                </a:solidFill>
              </a:rPr>
              <a:t>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2103120"/>
            <a:ext cx="6400800" cy="7315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2148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Flask  —  REST API  —  Error Handling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2834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55555"/>
                </a:solidFill>
              </a:rPr>
              <a:t>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3108960"/>
            <a:ext cx="6400800" cy="731520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3154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MODEL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3154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API  —  LLaMA 3 8B  —  Response Generation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0" y="38404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55555"/>
                </a:solidFill>
              </a:rPr>
              <a:t>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71600" y="4114800"/>
            <a:ext cx="6400800" cy="731520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4160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4160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EEE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History  —  User Data  —  Feedback Storage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Endpoints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8595360" cy="658368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115568"/>
            <a:ext cx="77724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33856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34440" y="113385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E8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/api/health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1920" y="1133856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server status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8595360" cy="6583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65376"/>
            <a:ext cx="777240" cy="438912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83664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188366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E8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/api/chat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0" y="1883664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prompt to AI — receive response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505456"/>
            <a:ext cx="8595360" cy="658368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615184"/>
            <a:ext cx="77724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33472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263347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E8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/api/history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263347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 past conversations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255264"/>
            <a:ext cx="8595360" cy="65836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364992"/>
            <a:ext cx="777240" cy="43891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383280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33832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E8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/api/users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31920" y="3383280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user information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005072"/>
            <a:ext cx="8595360" cy="658368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114800"/>
            <a:ext cx="777240" cy="438912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133088"/>
            <a:ext cx="777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413308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E8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/api/feedback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0" y="4133088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user star ratings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1005840"/>
            <a:ext cx="2103120" cy="3749040"/>
          </a:xfrm>
          <a:prstGeom prst="rect">
            <a:avLst/>
          </a:prstGeom>
          <a:solidFill>
            <a:srgbClr val="161616"/>
          </a:solidFill>
          <a:ln w="12700">
            <a:solidFill>
              <a:srgbClr val="4E89A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005840"/>
            <a:ext cx="2103120" cy="475488"/>
          </a:xfrm>
          <a:prstGeom prst="rect">
            <a:avLst/>
          </a:prstGeom>
          <a:solidFill>
            <a:srgbClr val="4E89AE"/>
          </a:solidFill>
          <a:ln w="12700">
            <a:solidFill>
              <a:srgbClr val="4E89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3327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1828800" cy="53035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276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3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1828800" cy="53035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860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944368"/>
            <a:ext cx="1828800" cy="53035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4436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Flask-CORS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602736"/>
            <a:ext cx="1828800" cy="53035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6027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SDK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423160" y="1005840"/>
            <a:ext cx="2103120" cy="3749040"/>
          </a:xfrm>
          <a:prstGeom prst="rect">
            <a:avLst/>
          </a:prstGeom>
          <a:solidFill>
            <a:srgbClr val="1616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1005840"/>
            <a:ext cx="2103120" cy="47548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103327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0" y="1627632"/>
            <a:ext cx="1828800" cy="53035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16276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560320" y="2286000"/>
            <a:ext cx="1828800" cy="53035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2860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CSS3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560320" y="2944368"/>
            <a:ext cx="1828800" cy="53035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294436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560320" y="3602736"/>
            <a:ext cx="1828800" cy="53035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36027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 API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17720" y="1005840"/>
            <a:ext cx="2103120" cy="3749040"/>
          </a:xfrm>
          <a:prstGeom prst="rect">
            <a:avLst/>
          </a:prstGeom>
          <a:solidFill>
            <a:srgbClr val="161616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005840"/>
            <a:ext cx="2103120" cy="475488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103327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Model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627632"/>
            <a:ext cx="1828800" cy="53035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6276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API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54880" y="2286000"/>
            <a:ext cx="1828800" cy="53035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2860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LLaMA 3 8B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2944368"/>
            <a:ext cx="1828800" cy="53035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94436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Memory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3602736"/>
            <a:ext cx="1828800" cy="53035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6027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Prompt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812280" y="1005840"/>
            <a:ext cx="2103120" cy="3749040"/>
          </a:xfrm>
          <a:prstGeom prst="rect">
            <a:avLst/>
          </a:prstGeom>
          <a:solidFill>
            <a:srgbClr val="161616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12280" y="1005840"/>
            <a:ext cx="2103120" cy="475488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103327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DevOps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949440" y="1627632"/>
            <a:ext cx="1828800" cy="53035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9440" y="16276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949440" y="2286000"/>
            <a:ext cx="1828800" cy="53035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22860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949440" y="2944368"/>
            <a:ext cx="1828800" cy="53035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294436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Railway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949440" y="3602736"/>
            <a:ext cx="1828800" cy="53035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36027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Gunicorn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Repository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4572000" cy="42062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457200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87552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8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multi-agent-ai-system-for-academic-assistance/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4297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1595628"/>
            <a:ext cx="4297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Procfile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773936"/>
            <a:ext cx="4297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952244"/>
            <a:ext cx="4297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E89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130552"/>
            <a:ext cx="4297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📁 src/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308860"/>
            <a:ext cx="4069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app.py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487168"/>
            <a:ext cx="4069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test_api.py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" y="2665476"/>
            <a:ext cx="4069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architecture_diagram.py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2843784"/>
            <a:ext cx="4069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6A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sequence_diagram.py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3022092"/>
            <a:ext cx="4069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A05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data_cleaning.ipynb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200400"/>
            <a:ext cx="4297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📁 data/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3378708"/>
            <a:ext cx="4069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raw/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3557016"/>
            <a:ext cx="4069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cleaned/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735324"/>
            <a:ext cx="4297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📁 reports/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0080" y="3913632"/>
            <a:ext cx="4069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architecture_diagram.png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40080" y="4091940"/>
            <a:ext cx="4069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sequence_diagram.png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0080" y="4270248"/>
            <a:ext cx="4069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API_specification.md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4448556"/>
            <a:ext cx="4069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technical_report.md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0080" y="4626864"/>
            <a:ext cx="4069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api_testing_report.md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" y="4805172"/>
            <a:ext cx="40690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deployment_report.md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11480" y="4983480"/>
            <a:ext cx="429768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📁 deployment/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0" y="960120"/>
            <a:ext cx="3840480" cy="42062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960120"/>
            <a:ext cx="384048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9875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Files Explained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0640" y="1508760"/>
            <a:ext cx="73152" cy="320040"/>
          </a:xfrm>
          <a:prstGeom prst="rect">
            <a:avLst/>
          </a:prstGeom>
          <a:solidFill>
            <a:srgbClr val="4E89AE"/>
          </a:solidFill>
          <a:ln w="12700">
            <a:solidFill>
              <a:srgbClr val="4E89A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57800" y="14630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16824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UI served directly by Flask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120640" y="1965960"/>
            <a:ext cx="73152" cy="3200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57800" y="19202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21396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Flask server — all 5 API routes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120640" y="2423160"/>
            <a:ext cx="73152" cy="3200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23774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test_api.py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57800" y="25968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17/17 automated API tests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120640" y="2880360"/>
            <a:ext cx="73152" cy="3200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57800" y="28346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architecture_diagram.py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57800" y="30540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system architecture PNG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120640" y="3337560"/>
            <a:ext cx="73152" cy="3200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57800" y="32918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sequence_diagram.py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57800" y="35112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Generates sequence diagram PNG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120640" y="3794760"/>
            <a:ext cx="73152" cy="320040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57800" y="37490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data_cleaning.ipynb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57800" y="39684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Pandas data preprocessing notebook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120640" y="4251960"/>
            <a:ext cx="73152" cy="320040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57800" y="42062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data/raw &amp; cleaned/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57800" y="44256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Original and preprocessed datasets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120640" y="4709160"/>
            <a:ext cx="73152" cy="32004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57800" y="46634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reports/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57800" y="488289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diagrams, docs &amp; test reports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Testing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023360" cy="2286000"/>
          </a:xfrm>
          <a:prstGeom prst="rect">
            <a:avLst/>
          </a:prstGeom>
          <a:solidFill>
            <a:srgbClr val="161616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17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74320" y="2194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Passed  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0058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Health check endpoint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5087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Valid chat messages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20116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Empty / missing fields (400 errors)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25146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Message too long (400 error)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30175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Non-existent user (404 error)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35204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Valid and invalid star ratings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40233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Unknown endpoint (404 handler)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solidFill>
            <a:srgbClr val="4E89AE"/>
          </a:solidFill>
          <a:ln w="12700">
            <a:solidFill>
              <a:srgbClr val="4E89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005840"/>
            <a:ext cx="7315200" cy="45720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02412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code to GitHub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solidFill>
            <a:srgbClr val="4E89AE"/>
          </a:solidFill>
          <a:ln w="12700">
            <a:solidFill>
              <a:srgbClr val="4E89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1691640"/>
            <a:ext cx="7315200" cy="45720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170992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GitHub repo to Railway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solidFill>
            <a:srgbClr val="4E89AE"/>
          </a:solidFill>
          <a:ln w="12700">
            <a:solidFill>
              <a:srgbClr val="4E89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2377440"/>
            <a:ext cx="7315200" cy="45720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239572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GROQ_API_KEY environment variable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457200" cy="457200"/>
          </a:xfrm>
          <a:prstGeom prst="rect">
            <a:avLst/>
          </a:prstGeom>
          <a:solidFill>
            <a:srgbClr val="4E89AE"/>
          </a:solidFill>
          <a:ln w="12700">
            <a:solidFill>
              <a:srgbClr val="4E89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308152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Railway auto-builds and deploys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solidFill>
            <a:srgbClr val="4E89AE"/>
          </a:solidFill>
          <a:ln w="12700">
            <a:solidFill>
              <a:srgbClr val="4E89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3749040"/>
            <a:ext cx="7315200" cy="45720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3767328"/>
            <a:ext cx="7040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is live at Railway URL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4E89AE"/>
          </a:solidFill>
          <a:ln w="12700">
            <a:solidFill>
              <a:srgbClr val="4E89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URL: </a:t>
            </a:r>
            <a:r>
              <a:rPr lang="en-IN" sz="1400" dirty="0">
                <a:hlinkClick r:id="rId3"/>
              </a:rPr>
              <a:t> </a:t>
            </a:r>
            <a:r>
              <a:rPr lang="en-IN" sz="1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hlinkClick r:id="rId3"/>
              </a:rPr>
              <a:t>Multi-Agent AI Academic Assistant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Progress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371600" cy="594360"/>
          </a:xfrm>
          <a:prstGeom prst="rect">
            <a:avLst/>
          </a:prstGeom>
          <a:solidFill>
            <a:srgbClr val="4E89AE"/>
          </a:solidFill>
          <a:ln w="12700">
            <a:solidFill>
              <a:srgbClr val="4E89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51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0" y="1005840"/>
            <a:ext cx="201168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4E89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74520" y="1097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0" y="1005840"/>
            <a:ext cx="4846320" cy="5943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10972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setup, GitHub repo, raw data collection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1371600" cy="5943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013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0" y="1755648"/>
            <a:ext cx="201168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18470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23360" y="1755648"/>
            <a:ext cx="4846320" cy="5943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184708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Pandas preprocessing, cleaned datasets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505456"/>
            <a:ext cx="1371600" cy="594360"/>
          </a:xfrm>
          <a:prstGeom prst="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5117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28800" y="2505456"/>
            <a:ext cx="201168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259689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&amp; Develop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23360" y="2505456"/>
            <a:ext cx="4846320" cy="5943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2596896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Flask backend, frontend UI, Groq AI integration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255264"/>
            <a:ext cx="1371600" cy="594360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30098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828800" y="3255264"/>
            <a:ext cx="201168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74520" y="334670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&amp; Build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023360" y="3255264"/>
            <a:ext cx="4846320" cy="5943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3346704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handling, sequence diagram, API docs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005072"/>
            <a:ext cx="1371600" cy="59436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0507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828800" y="4005072"/>
            <a:ext cx="2011680" cy="594360"/>
          </a:xfrm>
          <a:prstGeom prst="rect">
            <a:avLst/>
          </a:prstGeom>
          <a:solidFill>
            <a:srgbClr val="1A1A1A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&amp; Verify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023360" y="4005072"/>
            <a:ext cx="4846320" cy="594360"/>
          </a:xfrm>
          <a:prstGeom prst="rect">
            <a:avLst/>
          </a:prstGeom>
          <a:solidFill>
            <a:srgbClr val="1616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0" y="409651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17/17 API tests passed, Railway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34" y="594360"/>
            <a:ext cx="9144000" cy="1463040"/>
          </a:xfrm>
          <a:prstGeom prst="rect">
            <a:avLst/>
          </a:prstGeom>
          <a:solidFill>
            <a:srgbClr val="4E89AE"/>
          </a:solidFill>
          <a:ln w="12700">
            <a:solidFill>
              <a:srgbClr val="4E89A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1354" y="9144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74320" y="2284241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Multi-Agent AI System for Academic Assistance by Group 95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16391" y="2922563"/>
            <a:ext cx="712528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400" dirty="0">
                <a:hlinkClick r:id="rId3"/>
              </a:rPr>
              <a:t>hiralpawar77/multi-agent-ai-system-for-academic-assistance: Multi-Agent AI System for Academic Assistance- AI agents collaborating for learning support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3515165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web-production-</a:t>
            </a:r>
            <a:r>
              <a:rPr lang="en-US" sz="1300" dirty="0" err="1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ffbc.up.railway.app</a:t>
            </a:r>
            <a:r>
              <a:rPr lang="en-US" sz="1300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r>
              <a:rPr lang="en-IN" sz="1400" dirty="0">
                <a:hlinkClick r:id="rId4"/>
              </a:rPr>
              <a:t>Multi-Agent AI Academic Assistant</a:t>
            </a:r>
            <a:r>
              <a:rPr lang="en-US" sz="1300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606</Words>
  <Application>Microsoft Office PowerPoint</Application>
  <PresentationFormat>On-screen Show (16:9)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Hiral Pawar</cp:lastModifiedBy>
  <cp:revision>2</cp:revision>
  <dcterms:created xsi:type="dcterms:W3CDTF">2026-07-18T08:39:15Z</dcterms:created>
  <dcterms:modified xsi:type="dcterms:W3CDTF">2026-07-18T16:33:22Z</dcterms:modified>
</cp:coreProperties>
</file>